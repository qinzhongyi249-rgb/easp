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640080"/>
            <a:ext cx="4114800" cy="4114800"/>
          </a:xfrm>
          <a:prstGeom prst="arc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</a:rPr>
              <a:t>ENTERPRISE AI SERVICE PLATFORM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EASP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使用手册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749808" y="309067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从登录、权限、连接器、MCP 工具、Skill、记忆到审计运营的完整操作指南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828032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快速上手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5303520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登录 / 页面地图 / 初始化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511296" y="4828032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权限治理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5303520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用户 / 角色 / SSO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272784" y="4828032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工具接入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5664" y="5303520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连接器 / MCP 工具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034272" y="4828032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运营闭环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17152" y="5303520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Skill / 记忆 / 审计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适用对象与使用原则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SYS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系统管理员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租户管理、系统初始化、跨租户运维。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TENANT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61772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租户管理员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用户、角色、权限、模型、SSO、审计。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7032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OPS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827532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运营/业务用户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AI 助手、Skill、记忆、用量分析。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14400" y="37033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00507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4E63"/>
                </a:solidFill>
              </a:rPr>
              <a:t>使用原则：先配置身份与权限，再接入工具和模型，最后通过审计、用量和记忆治理持续优化。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推荐初始化流程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创建租户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05840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67128" y="18288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创建用户/角色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70048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31336" y="18288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11296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配置功能权限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34256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95544" y="18288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75504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配置模型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98464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59752" y="18288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9712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接入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62672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18288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生成 MCP 工具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26880" y="2066544"/>
            <a:ext cx="10789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88168" y="18288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1975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68128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审计运营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3977640"/>
            <a:ext cx="10332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登录后先确认左侧菜单是否符合角色权限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模型配置完成后再测试 AI 助手和工具调用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OpenAPI 导入后必须检查参数 Schema 与响应映射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上线后定期查看审计日志和用量分析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3. 页面地图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用户/角色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</a:rPr>
              <a:t>/users、/roles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账号、角色、功能权限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929384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1226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连接器/MCP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88920" y="211226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</a:rPr>
              <a:t>/connectors、/mcp-tools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263640" y="2112264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 接入与工具管理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2715768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98648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Skill/记忆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2898648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</a:rPr>
              <a:t>/skills、/memory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263640" y="2898648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流程编排与长期上下文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3502152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8503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模型/SSO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36850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</a:rPr>
              <a:t>/model-config、/sso-config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263640" y="3685032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模型供应商与企业登录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4288536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47141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助手/运营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88920" y="4471416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</a:rPr>
              <a:t>/assistant、/usage-analytics、/audit-logs、/api-keys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263640" y="4471416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使用、统计、审计与外部接入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4. 登录与权限排查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30759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6702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LOGIN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登录平台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30175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打开访问入口，输入管理员分配的邮箱、密码和租户信息；启用 SSO 时使用租户登录入口。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1887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30759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36702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MENU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确认菜单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1901952"/>
            <a:ext cx="30175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登录后左侧菜单应与账号角色匹配；看不到菜单时检查角色 tools 权限。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92440" y="11887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7032" y="130759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36702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CHECK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8275320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常见失败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901952"/>
            <a:ext cx="30175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租户停用/到期、用户被停用、用户数超限、密码错误。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10241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dashboard 是基础入口，通常不纳入功能权限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tenants 是系统管理员专属入口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* 表示拥有全部菜单权限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前端只负责展示，后端负责核心权限校验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5. 租户与用户管理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88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0759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6702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TENANT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60020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创建租户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系统管理员填写租户名称、管理员邮箱、初始密码、到期时间、用户上限。expires_at 为空表示永久，max_users=0 表示不限。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30759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36702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USER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6537960" y="160020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创建用户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190195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租户管理员填写邮箱、姓名、初始密码、状态，并为用户分配角色。删除为软删除，误删可恢复。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10680192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22192"/>
            <a:ext cx="1031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4E63"/>
                </a:solidFill>
              </a:rPr>
              <a:t>数据完整性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4133088"/>
            <a:ext cx="103144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创建/注册用户会校验租户真实存在且启用、未到期、用户数未超限，避免产生孤立用户。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6. 角色与功能权限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创建角色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856232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填写角色名称、描述，并选择功能权限。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07408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590288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分配用户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1856232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将角色分配给租户内用户。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65008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8247888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验证入口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1856232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使用目标用户登录，检查菜单和工具可见性。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可配置功能：用户管理、角色管理、连接器、MCP 工具、技能管理、记忆管理、模型配置、SSO 配置、AI 助手、用量分析、审计日志、API Key。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7. 模型配置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9903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新增供应商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填写供应商名称、Base URL、认证信息。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160520" y="12801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39903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3440" y="12984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新增模型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5361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配置模型名称、显示名、启用状态。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452360" y="12801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39903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55280" y="12984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设置默认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0" y="15361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选择稳定可用模型设为默认。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221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</a:rPr>
              <a:t>注意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2400E"/>
                </a:solidFill>
              </a:rPr>
              <a:t>模型不可用时应明确报错，不应静默 fallback 到错误配置。API Key 不要写入普通文档、聊天或截图。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8. 连接器与 MCP 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1252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创建连接器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填写名称、传输类型、目标地址、认证头。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520440" y="1234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533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0" y="1252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导入 OpenAPI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0" y="14904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解析 v2/v3 接口规范。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3533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1252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检查工具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4904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核对名称、描述、参数 Schema、响应映射。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89720" y="1234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3533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92640" y="1252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启用测试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92640" y="14904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执行测试调用，再开放给角色。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14400" y="384048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114800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预期结果：AI 助手和外部 Agent 可在授权范围内通过标准 MCP 协议调用企业 API。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9. Skill 管理与执行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23444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CREATE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6459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创建 Skill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47091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填写名称、描述、分类、标签；配置输入/输出 Schema；添加步骤，步骤可调用 MCP 工具。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RUN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6537960" y="16459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执行 Skill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1947672"/>
            <a:ext cx="47091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根据 Schema 表单填写参数，点击执行，查看 Timeline、步骤耗时和输出。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422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4E63"/>
                </a:solidFill>
              </a:rPr>
              <a:t>最佳实践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4453128"/>
            <a:ext cx="9875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优先将高频、稳定、可标准化的业务流程沉淀为 Skill。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10. AI 助手使用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PAGE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独立助手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3017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进入 /assistant，输入自然语言任务，查看实时回复、工具调用过程和最终结果。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FLOAT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590288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悬浮助手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1947672"/>
            <a:ext cx="3017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结合当前页面上下文回答问题或执行操作。默认一个过程气泡，展开看完整轨迹。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65008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5331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41274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SAFE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8247888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权限边界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1947672"/>
            <a:ext cx="3017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助手只能使用当前用户被授权的工具和功能。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适合查询用户/角色/连接器/MCP 工具等平台信息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适合辅助执行已标准化的业务操作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涉及高风险写操作时应结合审计日志复核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11. 记忆管理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GOV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5544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治理配置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856232"/>
            <a:ext cx="4709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自动提取、召回、敏感过滤、审计开关。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355080" y="11430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WHY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召回解释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1856232"/>
            <a:ext cx="4709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查看 keyword、vector、recency、frequency、type 等分数组成。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33375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5643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1586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MEM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932688" y="37490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长期记忆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4050792"/>
            <a:ext cx="4709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user_memories：长期用户记忆、召回注入、用户记忆页展示。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355080" y="33375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45643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51586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POOL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37960" y="37490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记忆池条目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50792"/>
            <a:ext cx="4709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memory_pools + memory_entries：AI 助手记忆池工具保存的池条目。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12. SSO、用量、审计与 API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SSO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" y="1554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SSO 配置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8562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填写身份提供商配置，测试连接，获取租户登录 URL。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56616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0752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USAGE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用量分析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18562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查看 API 调用量、Token 消耗、配额和来源统计。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382512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AUDIT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565392" y="1554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审计日志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65392" y="18562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追踪用户操作、AI 工具调用、Skill 执行、记忆治理。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198864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12618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1321308"/>
            <a:ext cx="8412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KEY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9381744" y="1554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API Key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81744" y="18562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创建外部访问密钥，查看 /docs/api-key-access，定期轮换。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10241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SSO 与标准登录自动回退由后端处理，前端只调用接口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审计详情包含 Agent ID、耗时、IP、User-Agent 等上下文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API Key 只展示一次时应立即妥善保存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13. 常见问题排查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27101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看不到菜单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3017520" y="1271016"/>
            <a:ext cx="7680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检查用户角色、角色 tools 权限、是否系统管理员专属入口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2082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助手无法调用工具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017520" y="2020824"/>
            <a:ext cx="7680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检查工具启用状态、用户权限、连接器状态、模型配置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777240" y="2596896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7063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模型回复报错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3017520" y="2770632"/>
            <a:ext cx="7680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检查供应商、默认模型、审计日志和后端日志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77240" y="3346704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52044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记忆显示不一致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017520" y="3520440"/>
            <a:ext cx="7680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同时检查长期记忆与记忆池条目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77240" y="4096512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27024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OpenAPI 工具不可用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017520" y="4270248"/>
            <a:ext cx="7680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检查地址、认证头、参数 Schema、响应格式、网络连通性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使用手册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14. 运维与安全建议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241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健康检查：/health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前端/API 入口端口：8080；后端服务端口：8082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账号、密码、API Key、连接串不应写入对外手册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高风险工具上线前先禁用或仅对小范围角色开放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定期查看审计日志和用量分析，优化成本与安全边界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E63"/>
                </a:solidFill>
              </a:rPr>
              <a:t>完成路径：身份与权限 → 工具与模型 → Skill 与助手 → 记忆与审计 → 运营优化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EASP 使用手册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先配置身份与权限，再接入工具和模型，最后通过审计、用量和记忆治理持续优化。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如需扩展为客户交付版，可继续补充截图、企业 Logo、客户环境地址和组织内部操作规范。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EASP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EASP 使用手册</dc:title>
  <dc:subject>EASP 使用手册</dc:subject>
  <dc:creator>Hermes Agent</dc:creator>
  <cp:lastModifiedBy>Hermes Agent</cp:lastModifiedBy>
  <cp:revision>1</cp:revision>
  <dcterms:created xsi:type="dcterms:W3CDTF">2026-06-13T11:14:05Z</dcterms:created>
  <dcterms:modified xsi:type="dcterms:W3CDTF">2026-06-13T11:14:05Z</dcterms:modified>
</cp:coreProperties>
</file>